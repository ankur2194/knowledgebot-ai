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Standard quarterly review pack, circulated to the leadership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sections, roughly ten minutes each, questions at the end of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Headcount detail is in the people pack; this slide is a summary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Median first-response time was 3.1 hours in Q2, down from 4.6 hours in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items only. Dates beyond the current quarter are indicative and not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is measured by response radius rather than by headcount.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Coastland region accounted for 38% of Q2 instrument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Verbatim feedback is in the appendix pack, which is not circulated outside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SP-PLUS attach rate reached 41% of new instrument sales in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times are published in the price list and were unchanged this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not be publishing FY2027 targets until the board meeting in November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questions. The full pack is filed with the quarterly archive.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2026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Kelpwright Instruments</a:t>
            </a:r>
          </a:p>
          <a:p>
            <a:pPr>
              <a:defRPr sz="1800"/>
            </a:pPr>
            <a:r>
              <a:t>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Service performance</a:t>
            </a:r>
          </a:p>
          <a:p>
            <a:pPr>
              <a:defRPr sz="1800"/>
            </a:pPr>
            <a:r>
              <a:t>Regional mix</a:t>
            </a:r>
          </a:p>
          <a:p>
            <a:pPr>
              <a:defRPr sz="1800"/>
            </a:pPr>
            <a:r>
              <a:t>Product</a:t>
            </a:r>
          </a:p>
          <a:p>
            <a:pPr>
              <a:defRPr sz="1800"/>
            </a:pPr>
            <a:r>
              <a:t>Attach rates</a:t>
            </a:r>
          </a:p>
          <a:p>
            <a:pPr>
              <a:defRPr sz="1800"/>
            </a:pPr>
            <a:r>
              <a:t>Looking ahead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Engineering and service teams grew in Q2</a:t>
            </a:r>
          </a:p>
          <a:p>
            <a:pPr>
              <a:defRPr sz="1800"/>
            </a:pPr>
            <a:r>
              <a:t>Recruitment continues in field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service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920240"/>
            <a:ext cx="6766560" cy="3291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Firmware 3.2 shipped in June</a:t>
            </a:r>
          </a:p>
          <a:p>
            <a:pPr>
              <a:defRPr sz="1800"/>
            </a:pPr>
            <a:r>
              <a:t>Chloride channel now generally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service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Coverage extended in the northern ports</a:t>
            </a:r>
          </a:p>
          <a:p>
            <a:pPr>
              <a:defRPr sz="1800"/>
            </a:pPr>
            <a:r>
              <a:t>Two additional loan instruments in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mix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920240"/>
            <a:ext cx="6766560" cy="3291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Survey response rate improved</a:t>
            </a:r>
          </a:p>
          <a:p>
            <a:pPr>
              <a:defRPr sz="1800"/>
            </a:pPr>
            <a:r>
              <a:t>Calibration turnaround is the most common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Attach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Service attach continues to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920240"/>
            <a:ext cx="6766560" cy="3291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Lead times held steady across the instrument range</a:t>
            </a:r>
          </a:p>
          <a:p>
            <a:pPr>
              <a:defRPr sz="1800"/>
            </a:pPr>
            <a:r>
              <a:t>No supplier escalations in Q2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Continue service investment</a:t>
            </a:r>
          </a:p>
          <a:p>
            <a:pPr>
              <a:defRPr sz="1800"/>
            </a:pPr>
            <a:r>
              <a:t>Extend field coverage</a:t>
            </a:r>
          </a:p>
          <a:p>
            <a:pPr>
              <a:defRPr sz="1800"/>
            </a:pPr>
            <a:r>
              <a:t>Improve calibration turnaround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Service performance improved</a:t>
            </a:r>
          </a:p>
          <a:p>
            <a:pPr>
              <a:defRPr sz="1800"/>
            </a:pPr>
            <a:r>
              <a:t>Attach rates improved</a:t>
            </a:r>
          </a:p>
          <a:p>
            <a:pPr>
              <a:defRPr sz="1800"/>
            </a:pPr>
            <a:r>
              <a:t>Coverage extended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2026 Business Review</dc:title>
  <dc:subject/>
  <dc:creator>Kelpwright Instruments (synthetic corpus generator)</dc:creator>
  <cp:keywords/>
  <dc:description>generated using python-pptx</dc:description>
  <cp:lastModifiedBy>Kelpwright Instruments (synthetic corpus generator)</cp:lastModifiedBy>
  <cp:revision>1</cp:revision>
  <dcterms:created xsi:type="dcterms:W3CDTF">2026-01-01T00:00:00Z</dcterms:created>
  <dcterms:modified xsi:type="dcterms:W3CDTF">2026-01-01T00:00:00Z</dcterms:modified>
  <cp:category/>
</cp:coreProperties>
</file>